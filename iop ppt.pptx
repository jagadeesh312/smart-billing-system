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a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a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7E978-774D-4233-9739-B01893CE5ED3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a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952E0-4203-4DF0-9614-09B6F87BD019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7885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C654-D7CB-E620-C577-A3C6E00F4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6086B-9DA5-8ADA-7FF3-C8DC13FE4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a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0874-B298-51B1-425E-73124BE7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95BC5-82E9-4A60-4B03-D8E8EEE2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4A723-90C0-6C52-D31F-25C48DCB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642131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8D37-6B13-2CBC-E275-CC244DAF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AB84-6DE8-C2FB-B3C2-12A3D436A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F337-3F5E-0F7C-7604-286067D26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1901A-A3CD-EBCF-51DD-6905F2D6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7E69-7666-2D44-8645-C5F0B779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81280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3677-EAA0-B74E-9062-8143E03F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DE417-6813-3B37-80B1-31D0846D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21F5-3169-43EC-B600-4A560856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70E7-26CE-2DDA-3B89-6FD869EF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02E3D-F07C-8586-3B95-782BFEDC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10232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91A8-9CFD-FE3F-1C83-0D7268DA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CDA0-C6C9-B691-2CF7-1FA8D8641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F1FA4-28EA-5ACD-E640-DEF8A57F7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DDC7B-36A3-FDDA-3BFC-194674F5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3AC2E-08EC-B932-C0F1-CE25197D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F5BD3-09CD-6442-3D6B-B9BC9D98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61744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DBF0-878F-7EAD-536E-A93FB444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0A61D-BD49-2EBE-2885-6A656AE9C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2A9BE-AD65-44B3-DACC-E2207B331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7226C-8898-D3DF-435D-820B0FB8E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EB032-E72A-8006-4E43-DF2CF5DCE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E35FC-5873-2E28-4347-B39042AE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25CCB5-CE7B-7842-4FC7-9A0118A7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9296E-8554-6A5C-1E26-C196B3EA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68335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D7012-8A3F-FBFB-B1A4-55C24F93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2346A-5B9B-8CBD-E5C3-FB2BC095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4B21F-4675-5461-A841-C7041CE3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08B6A-B0E9-4D13-D7CA-A2D746DD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88454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00069-1413-00A9-E6DC-8280FC20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1EAF9-2267-6658-A5DA-2A6DE8DA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66B11-B7EC-74D5-BFF6-6666A853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43788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F654-EBD2-B971-B4C7-1E1836E29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B93EA-B6C1-2E52-23BD-90D3F1085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19C5C-377C-9949-2F7B-39495A458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A38A1-B78F-A19B-4067-F80DCADB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7DF21-069E-B607-3891-6CC0B85D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E1F18-BAC4-726D-38F2-78CC37C4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426661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3BB1-1F56-2C47-DB69-076313E7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E3FF6-7353-7F3F-89C5-7E93F6B8D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a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D9D88-62AE-13FF-31B2-83C23AA30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3767F-5969-6476-EC65-2275CF58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0B2D0-CABA-2001-5EDD-A6568024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C887C-2AD1-3BCB-FF39-FF73CFD5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93667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18EC-76EE-F7DF-CC80-38E23672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29C26-E0E4-C104-0A07-C8B327980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7943-9649-5488-9B07-6A4CBD64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C3C19-8552-ECF9-D00F-080ED7C4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3BBB2-D641-9924-A117-F4F1B45D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93823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A10F5-7742-D1E4-31AF-FCFE1C3C4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1A80D-0792-C577-7F0D-E24759EB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70AD0-FA28-AFF7-21EF-79445BCD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661E5-239D-CE0E-F116-6E3C03D1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98B5-3918-C585-04D1-D7C63072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30766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0F30D-8803-8A6D-FB95-1428CE9C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a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0DBEC-81E1-24BA-26CB-1B01B042A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a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3D6D2-4DBF-A502-F502-F33582A4B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CFCE2-7CCF-41B8-9D40-91745AC49CE4}" type="datetimeFigureOut">
              <a:rPr lang="ta-IN" smtClean="0"/>
              <a:t>05-02-2026</a:t>
            </a:fld>
            <a:endParaRPr lang="ta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BDF61-9D52-3608-810F-CF1F876CC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a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A3620-C539-288D-0A6F-B1AA0A6E4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ED0F7-40E1-434D-B17B-544B1F45F9D4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3165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a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A9CC-9D71-0D1B-6CA1-9EF0E7D74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84573-ED0C-6A49-6B6B-B5E56EBC6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EDFB3-AC04-2216-4487-35AFE9726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28171ECC-6397-3D48-564F-8CC5729EA0D6}"/>
              </a:ext>
            </a:extLst>
          </p:cNvPr>
          <p:cNvSpPr/>
          <p:nvPr/>
        </p:nvSpPr>
        <p:spPr>
          <a:xfrm>
            <a:off x="1245393" y="1960563"/>
            <a:ext cx="9701213" cy="1871663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IoT-Based Smart Surveillance Systems</a:t>
            </a:r>
            <a:endParaRPr lang="ta-IN" sz="4800" b="1" dirty="0">
              <a:latin typeface="Arial Black" panose="020B0A04020102020204" pitchFamily="34" charset="0"/>
            </a:endParaRP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1F9769-BAA1-78F3-B922-9898AE963E09}"/>
              </a:ext>
            </a:extLst>
          </p:cNvPr>
          <p:cNvSpPr/>
          <p:nvPr/>
        </p:nvSpPr>
        <p:spPr>
          <a:xfrm>
            <a:off x="7658100" y="4786313"/>
            <a:ext cx="3288506" cy="1006476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Presented by:</a:t>
            </a:r>
            <a:r>
              <a:rPr lang="en-IN" dirty="0"/>
              <a:t> Jagadeesh and</a:t>
            </a:r>
            <a:br>
              <a:rPr lang="en-IN" dirty="0"/>
            </a:br>
            <a:r>
              <a:rPr lang="en-IN" dirty="0" err="1"/>
              <a:t>Kannadass</a:t>
            </a:r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1741616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C4A06-C13D-EC10-BDDB-18E7701E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302E-3B6E-3B10-596B-395EDF815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9715D-923A-54A1-A2D2-DA5DB291A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FDC26-DCB6-399F-9FBC-B2F42631A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F1942A8A-3A56-9165-A25C-699E5199C6C0}"/>
              </a:ext>
            </a:extLst>
          </p:cNvPr>
          <p:cNvSpPr/>
          <p:nvPr/>
        </p:nvSpPr>
        <p:spPr>
          <a:xfrm>
            <a:off x="2021823" y="437230"/>
            <a:ext cx="8148353" cy="1089152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What is IoT-Based Smart Surveillance?</a:t>
            </a:r>
            <a:endParaRPr lang="ta-IN" sz="3600" b="1" dirty="0">
              <a:latin typeface="Arial Black" panose="020B0A04020102020204" pitchFamily="34" charset="0"/>
            </a:endParaRP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809BD4-5790-8145-02E4-499146DB05EE}"/>
              </a:ext>
            </a:extLst>
          </p:cNvPr>
          <p:cNvSpPr/>
          <p:nvPr/>
        </p:nvSpPr>
        <p:spPr>
          <a:xfrm>
            <a:off x="990981" y="2498725"/>
            <a:ext cx="6700837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Intelligent security monitoring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Real-time data analysis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Automated threat detection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Reduced human intervention</a:t>
            </a:r>
            <a:endParaRPr lang="ta-IN" sz="2800" dirty="0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1EA53E99-17D7-F5FD-8D80-E4E6082EDFF4}"/>
              </a:ext>
            </a:extLst>
          </p:cNvPr>
          <p:cNvSpPr/>
          <p:nvPr/>
        </p:nvSpPr>
        <p:spPr>
          <a:xfrm>
            <a:off x="8491777" y="1953450"/>
            <a:ext cx="3454384" cy="3849624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endParaRPr lang="ta-IN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DF826D-A0EE-08A0-00CD-F7C87AE70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777" y="2000694"/>
            <a:ext cx="3454384" cy="38726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13778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6EF8C-7946-096E-9715-B4517750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8E62-82EB-214A-7754-2852CCE4B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F0E69-59AB-B815-81C5-FA0DBCCAA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E4ABB-7462-7556-C5B1-48E723589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99A68B89-8523-64CD-BF4F-968289E80737}"/>
              </a:ext>
            </a:extLst>
          </p:cNvPr>
          <p:cNvSpPr/>
          <p:nvPr/>
        </p:nvSpPr>
        <p:spPr>
          <a:xfrm>
            <a:off x="1183481" y="798908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How the System Works</a:t>
            </a:r>
            <a:endParaRPr lang="ta-IN" sz="3600" b="1" dirty="0">
              <a:latin typeface="Arial Black" panose="020B0A04020102020204" pitchFamily="34" charset="0"/>
            </a:endParaRP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109482-5CBC-923A-0C16-317F4824AA46}"/>
              </a:ext>
            </a:extLst>
          </p:cNvPr>
          <p:cNvSpPr/>
          <p:nvPr/>
        </p:nvSpPr>
        <p:spPr>
          <a:xfrm>
            <a:off x="2745581" y="2751137"/>
            <a:ext cx="6700837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IoT sensors and cameras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Network connectivity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AI-based processing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User dashboard &amp; alerts</a:t>
            </a:r>
            <a:endParaRPr lang="ta-IN" sz="2800" dirty="0"/>
          </a:p>
        </p:txBody>
      </p:sp>
    </p:spTree>
    <p:extLst>
      <p:ext uri="{BB962C8B-B14F-4D97-AF65-F5344CB8AC3E}">
        <p14:creationId xmlns:p14="http://schemas.microsoft.com/office/powerpoint/2010/main" val="2971408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5AE81-E660-2A6E-2332-0CA6C692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9334-27BF-24D4-A966-DFE2471A4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`</a:t>
            </a:r>
            <a:endParaRPr lang="ta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9895B-3F40-8E7D-26E6-6456F624D2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67C20-26F8-AF04-1DE1-08349335C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291E7417-6481-359E-2BC7-D89E24BE464E}"/>
              </a:ext>
            </a:extLst>
          </p:cNvPr>
          <p:cNvSpPr/>
          <p:nvPr/>
        </p:nvSpPr>
        <p:spPr>
          <a:xfrm>
            <a:off x="751283" y="778668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Main Components of the System</a:t>
            </a:r>
            <a:endParaRPr lang="ta-IN" sz="3600" b="1" dirty="0">
              <a:latin typeface="Arial Black" panose="020B0A04020102020204" pitchFamily="34" charset="0"/>
            </a:endParaRP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E155F5-1618-7FC7-3EC7-086ED95BFA06}"/>
              </a:ext>
            </a:extLst>
          </p:cNvPr>
          <p:cNvSpPr/>
          <p:nvPr/>
        </p:nvSpPr>
        <p:spPr>
          <a:xfrm>
            <a:off x="1054989" y="2751137"/>
            <a:ext cx="4797171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Smart cameras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IoT sensors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Cloud storage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AI analytics engine</a:t>
            </a:r>
            <a:endParaRPr lang="ta-IN" sz="2800" dirty="0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863D817F-5B71-0BD6-9B77-F254A430ABD4}"/>
              </a:ext>
            </a:extLst>
          </p:cNvPr>
          <p:cNvSpPr/>
          <p:nvPr/>
        </p:nvSpPr>
        <p:spPr>
          <a:xfrm>
            <a:off x="7650481" y="2474120"/>
            <a:ext cx="3599308" cy="3460336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endParaRPr lang="ta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BF7A2-5229-D3D6-9682-5B84BA7E0B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247" y="2474120"/>
            <a:ext cx="3779776" cy="3460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11890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6B99C-B634-F561-1D59-4E29FD24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0D1B-6DE5-3017-580F-7187160ED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7A5D2-5A8B-3210-804D-07015E844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97CCE-78E2-107F-7592-646C7DA89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9CAF5942-B53F-C395-B18D-B560FDC42B0C}"/>
              </a:ext>
            </a:extLst>
          </p:cNvPr>
          <p:cNvSpPr/>
          <p:nvPr/>
        </p:nvSpPr>
        <p:spPr>
          <a:xfrm>
            <a:off x="751283" y="778668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Smart Surveillance Features</a:t>
            </a:r>
            <a:endParaRPr lang="ta-IN" sz="3600" b="1" dirty="0">
              <a:latin typeface="Arial Black" panose="020B0A04020102020204" pitchFamily="34" charset="0"/>
            </a:endParaRP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770B7A-27DD-F40E-CAE5-3134AEB472D4}"/>
              </a:ext>
            </a:extLst>
          </p:cNvPr>
          <p:cNvSpPr/>
          <p:nvPr/>
        </p:nvSpPr>
        <p:spPr>
          <a:xfrm>
            <a:off x="3094101" y="2560478"/>
            <a:ext cx="5482971" cy="335343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Real-time monitoring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Motion &amp; intrusion detection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Face &amp; object recognition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Remote access</a:t>
            </a:r>
            <a:endParaRPr lang="ta-IN" sz="2800" dirty="0"/>
          </a:p>
        </p:txBody>
      </p:sp>
    </p:spTree>
    <p:extLst>
      <p:ext uri="{BB962C8B-B14F-4D97-AF65-F5344CB8AC3E}">
        <p14:creationId xmlns:p14="http://schemas.microsoft.com/office/powerpoint/2010/main" val="1986102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F167D-0D6B-93B8-99A9-21FA4153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6FC2-ACD9-08E6-4C1E-AD0CC04B6C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9F57A-197F-6C86-C89B-5F9BD3EA84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9AF07-D643-5245-5474-15ABC8333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DF53AC79-46C8-8F2C-3604-AC75CBE37C29}"/>
              </a:ext>
            </a:extLst>
          </p:cNvPr>
          <p:cNvSpPr/>
          <p:nvPr/>
        </p:nvSpPr>
        <p:spPr>
          <a:xfrm>
            <a:off x="594978" y="699292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Where It Is Used</a:t>
            </a:r>
            <a:endParaRPr lang="ta-IN" sz="3600" b="1" dirty="0">
              <a:latin typeface="Arial Black" panose="020B0A04020102020204" pitchFamily="34" charset="0"/>
            </a:endParaRP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969A04-D082-B436-7335-E777BBE538B9}"/>
              </a:ext>
            </a:extLst>
          </p:cNvPr>
          <p:cNvSpPr/>
          <p:nvPr/>
        </p:nvSpPr>
        <p:spPr>
          <a:xfrm>
            <a:off x="594978" y="2759583"/>
            <a:ext cx="5327523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Smart cities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Home security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Industries &amp; warehouses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Educational institutions</a:t>
            </a:r>
            <a:endParaRPr lang="ta-IN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95D9FA-FDD2-80EF-2744-8E30077E4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429" y="2677742"/>
            <a:ext cx="4345593" cy="29227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22428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D7480-4AC2-FB01-DE32-ED1FCE55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8474-6174-713D-D2EA-C34AFFB8B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CDD16-32E7-DDBC-0151-8ADC379190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CF0FF-EC90-2A3E-37BA-15D44280D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781C452D-F7DA-61DB-3DD9-E877D2E51FAC}"/>
              </a:ext>
            </a:extLst>
          </p:cNvPr>
          <p:cNvSpPr/>
          <p:nvPr/>
        </p:nvSpPr>
        <p:spPr>
          <a:xfrm>
            <a:off x="751283" y="778668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Benefits of Smart Surveillance</a:t>
            </a: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6B160B-B2BA-5F04-8C13-BB4A743A2E30}"/>
              </a:ext>
            </a:extLst>
          </p:cNvPr>
          <p:cNvSpPr/>
          <p:nvPr/>
        </p:nvSpPr>
        <p:spPr>
          <a:xfrm>
            <a:off x="3021804" y="2751137"/>
            <a:ext cx="4943475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Improved security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Reduced manpower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Scalable system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Cost-effective solution</a:t>
            </a:r>
            <a:endParaRPr lang="ta-IN" sz="2800" dirty="0"/>
          </a:p>
        </p:txBody>
      </p:sp>
    </p:spTree>
    <p:extLst>
      <p:ext uri="{BB962C8B-B14F-4D97-AF65-F5344CB8AC3E}">
        <p14:creationId xmlns:p14="http://schemas.microsoft.com/office/powerpoint/2010/main" val="1929761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6363D-A474-3F61-BC74-FA2077ED1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D48B8-1D13-3020-7731-6C3E5A2EC8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DB96A-1F9C-6FEC-AEE1-651B38CBF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45471-934A-70E1-45E0-078E297E3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18EDA944-3EC0-4FA9-9E6B-E70335B8E23D}"/>
              </a:ext>
            </a:extLst>
          </p:cNvPr>
          <p:cNvSpPr/>
          <p:nvPr/>
        </p:nvSpPr>
        <p:spPr>
          <a:xfrm>
            <a:off x="1088754" y="699292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Limitations and Future Growth</a:t>
            </a: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2A4C97-B8B0-AFF9-52A2-24A8361A3BC5}"/>
              </a:ext>
            </a:extLst>
          </p:cNvPr>
          <p:cNvSpPr/>
          <p:nvPr/>
        </p:nvSpPr>
        <p:spPr>
          <a:xfrm>
            <a:off x="1088754" y="2751136"/>
            <a:ext cx="4943475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Data privacy issues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Cybersecurity risks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High initial cost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Advanced AI integration</a:t>
            </a:r>
            <a:endParaRPr lang="ta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B0C2A-169F-94BE-FD33-AE0C769CA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179" y="2751137"/>
            <a:ext cx="4559821" cy="2759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39421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EB3DB-E805-77F1-6B65-7E7624C5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6CF6-98AC-6439-27A7-06EEA0F0E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9FC867-2027-7D28-B578-32BB0B757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CEE84-456F-B433-FEC8-97B2179D8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907F3B34-6FA9-FA84-B228-E9FED310D8DC}"/>
              </a:ext>
            </a:extLst>
          </p:cNvPr>
          <p:cNvSpPr/>
          <p:nvPr/>
        </p:nvSpPr>
        <p:spPr>
          <a:xfrm>
            <a:off x="751283" y="778668"/>
            <a:ext cx="9484519" cy="1237458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Arial Black" panose="020B0A04020102020204" pitchFamily="34" charset="0"/>
              </a:rPr>
              <a:t>Final Thoughts</a:t>
            </a:r>
          </a:p>
        </p:txBody>
      </p:sp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D4E534-9E3B-3A2D-084A-62B967AE6850}"/>
              </a:ext>
            </a:extLst>
          </p:cNvPr>
          <p:cNvSpPr/>
          <p:nvPr/>
        </p:nvSpPr>
        <p:spPr>
          <a:xfrm>
            <a:off x="2143125" y="2498725"/>
            <a:ext cx="6700837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Future-ready surveillance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IoT-driven connectivity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AI-powered accuracy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800" dirty="0"/>
              <a:t>Broad real-world impact</a:t>
            </a:r>
            <a:endParaRPr lang="ta-IN" sz="2800" dirty="0"/>
          </a:p>
        </p:txBody>
      </p:sp>
    </p:spTree>
    <p:extLst>
      <p:ext uri="{BB962C8B-B14F-4D97-AF65-F5344CB8AC3E}">
        <p14:creationId xmlns:p14="http://schemas.microsoft.com/office/powerpoint/2010/main" val="2064200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CF7FB-72B7-924B-FBD7-8B83F782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7E9E-2FE9-4DEC-FF87-96C3799AE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FB0BB-FE09-5DFB-8347-5368D74389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a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2C3D4-4032-B02A-532B-08B4DD034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8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  <p:sp useBgFill="1"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BF2285-8041-1A3B-8CB3-C88CAF745BC4}"/>
              </a:ext>
            </a:extLst>
          </p:cNvPr>
          <p:cNvSpPr/>
          <p:nvPr/>
        </p:nvSpPr>
        <p:spPr>
          <a:xfrm>
            <a:off x="2745581" y="2049462"/>
            <a:ext cx="6700837" cy="2759075"/>
          </a:xfrm>
          <a:prstGeom prst="round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latin typeface="Arial Black" panose="020B0A04020102020204" pitchFamily="34" charset="0"/>
              </a:rPr>
              <a:t>Thank You</a:t>
            </a:r>
            <a:endParaRPr lang="ta-IN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506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128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`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Sanjeeve SP</dc:creator>
  <cp:lastModifiedBy>Murugadass Murugadass</cp:lastModifiedBy>
  <cp:revision>5</cp:revision>
  <dcterms:created xsi:type="dcterms:W3CDTF">2026-02-04T04:41:46Z</dcterms:created>
  <dcterms:modified xsi:type="dcterms:W3CDTF">2026-02-05T05:48:16Z</dcterms:modified>
</cp:coreProperties>
</file>